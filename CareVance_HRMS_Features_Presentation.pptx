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9688"/>
                </a:solidFill>
              </a:defRPr>
            </a:pPr>
            <a:r>
              <a:t>CareVance HRMS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212529"/>
                </a:solidFill>
              </a:defRPr>
            </a:pPr>
            <a:r>
              <a:t>Complete Workforce Operations Platform</a:t>
            </a:r>
          </a:p>
          <a:p>
            <a:r>
              <a:t>Comprehensive Features &amp; Modules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About CareVance HRMS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Enterprise-grade Human Resource Management System designed for modern organizations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Integrates time tracking, attendance monitoring, payroll management, and productivity analytics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Built with cutting-edge technology stack: Laravel, React, Electron, and Expo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Multi-platform solution: Web, Desktop, Mobile, and Browser Extension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Suitable for businesses of all sizes - from startups to large enterprises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Comprehensive employee lifecycle management from onboarding to exit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Real-time monitoring and analytics for data-driven decision making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Full compliance with Indian statutory regulations (PF, ESI, PT, TDS, LWF, Gratuity)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Platform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Web Application (React 18 + TypeScript)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Full-featured HRMS client with responsive design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Intuitive dashboard and workspace interfaces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Desktop Application (Electron 41)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Time tracking with idle detection and auto-start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Screenshot capture and activity monitoring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Mobile Application (Expo/React Native)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On-the-go attendance and leave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Push notifications and real-time updates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Browser Extension (Chromium)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Exact browser activity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Seamless integration with desktop tracker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Backend API (Laravel 12 + PHP 8.2)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RESTful API architecture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Secure authentication and authorization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1: Tracking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Automatic Time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Desktop Timer with Intelligent Auto-Start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Automatically starts at configured office hours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Auto-launch on OS boot for seamless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Manual start/stop with single click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Idle Time Detection &amp;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Configurable idle threshold (default: 3 minutes to track, 5 minutes to auto-stop)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Lock screen detection - tracks time during screen lock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Categorizes productive vs idle time automatically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Real-time Activity Monitoring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Tracks active applications and websites in real-time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Desktop and browser activity separation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Detailed activity logs with timestamps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Timeline Visualization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Visual timeline of daily work patterns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Color-coded activity categories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Quick overview of productive vs unproductive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Screenshots &amp; Activity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Automated Screenshot Capture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Configurable capture intervals (default: every 10 minutes)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monitor support for comprehensive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Blur/privacy mode for sensitive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Screenshot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Bulk screenshot management with filters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Detail view with zoom and navigation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Secure signed URL access for privacy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Screenshot deletion and retention policies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Activity Sessions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Tracks continuous work sessions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time detection and categorization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Session summaries with productivity metrics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Offline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Continues tracking without internet connection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sync when connection restored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No data loss during network interruptions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2: Project &amp; Task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Project Creation &amp; Configuration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Create projects with detailed descriptions and timelines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Assign project managers and team members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Set project budgets and hourly rates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Define project priorities and categories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Project Tracking &amp; Monitoring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Track time spent on each project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Monitor project progress and milestones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View project-specific reports and statistics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Budget utilization and cost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Project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Save project configurations as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Quick project setup using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Standardized project workflows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Project Archival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Archive completed projects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Historical project data retention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Search and filter archived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Task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Task Creation &amp; Assignment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Create tasks with titles, descriptions, and priorities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Assign tasks to individual employees or teams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Set due dates and reminders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Attach files and documents to tasks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Task Status &amp;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status options: To Do, In Progress, Review, Done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Drag-and-drop status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Task dependencies and blocking relationships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Recurring task setup for regular activities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Task Labels &amp; Categorization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Create custom labels for task organization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Color-coded labels for visual identification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Filter and sort tasks by labels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Task Collaboration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Task comments and discussions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@mentions for team notifications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Task activity history and audit trail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Email notifications for task updates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Time Tracking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Log time directly against specific tasks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View time spent per task and user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Task time reports and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3: Attendance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Check-in/Check-out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Multiple Check-in Methods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Web-based check-in from any browser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Mobile app check-in with GPS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Selfie-based attendance with face recognition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Desktop timer auto-check-in option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Today's Status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Real-time view of who's checked in/out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Current work duration display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status and duration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Late arrival and early departure alerts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Calendar 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attendance calendar with color coding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Quick view of present, absent, and leave days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Holiday and weekend markers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Click to view daily details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Attendance Summary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attendance statistics per employee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attendance summaries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Late coming and early going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Export reports to Excel/PDF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Advanced Attendance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Holiday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Company-wide holiday calendar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Location-specific holidays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Optional and mandatory holidays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Holiday carryover policies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Attendance Time Edit Requests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Employees can request corrections to their attendance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Manager approval workflow for edits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overtime calculation for approved edits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Audit trail of all changes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Selfie Attendance with Geofencing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Capture selfie during check-in/out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GPS location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Geofence zone restrictions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Map view of check-in locations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Shift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shift configurations (Day, Night, Flexible)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Shift rotation schedules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Shift-wise attendance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Shift allowance calculations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4: Leave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Leave Request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Types Configuration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Paid Time Off (PTO) / Casual Leave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Sick Leave with medical certificate option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Earned Leave / Privilege Leave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Maternity and Paternity Leave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Bereavement Leave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leave types as per company policy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Request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self-service leave application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Date range selection with half-day option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Reason and attachment upload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Multi-level approval workflow (Manager → HR → Admin)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Balances &amp; Entitlements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Real-time leave balance display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Annual leave entitlements by grade/tenure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accrual calculations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Negative leave balance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Calendar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Visual calendar showing approved leaves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Team leave view for planning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leave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Advanced Leave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Approval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Email and in-app notifications for approvals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Bulk approval option for managers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Approval delegation during absence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Comments and rejection reasons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Revocation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Employees can request to cancel approved leaves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Manager approval required for revocation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balance restoration upon approval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Compensatory Off (Comp-off)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Track extra hours worked beyond regular schedule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comp-off entitlement calculation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Comp-off application and approval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Expiry tracking for unused comp-offs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Reports &amp;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Monthly/quarterly/annual leave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trend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leave statistics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Unused leave liability reports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5: Team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Employee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Employee 360° Profiles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Personal information and contact details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Work information (department, designation, grade)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Government ID documents (Aadhaar, PAN, Passport)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Bank account details for salary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Emergency contacts and dependents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Organization Structure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 and sub-department hierarchy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Designation and grade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Reporting manager assignment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Team hierarchy visualization (Organization Tree)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Employee Lifecycle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New hires tracking and onboarding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status management (Active, Inactive, On Notice)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Resignation workflow and exit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Full &amp; Final settlement management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Groups Assignment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Create functional and project groups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Assign employees to multiple groups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Group-based permissions and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Group-specific reports and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6: Payroll &amp; Finance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Payroll Management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Payroll Run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payroll processing with multi-stage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Status tracking: Draft → Locked → Approved → Released → Paid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Payroll preview before final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Rollback and correction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Salary Components &amp; Structure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Earnings: Basic, HRA, DA, CCA, Conveyance, Special Allowance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Deductions: PF, ESI, PT, TDS, LWF, NPS, VPF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salary components with formulas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Flexible salary templates by department/grade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 Groups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payroll groups with different pay schedules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Monthly, bi-weekly, and weekly pay cycles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Group-specific salary structures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payroll processing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Payroll Automation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payroll calculation based on attendance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Integration with time tracking for accurate payments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Automated statutory compliance calculations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Scheduled payroll runs with notifications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Statutory Compliance (India)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Provident Fund (PF)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and employer contribution calculations (12% each)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EPS and EDLI component separation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PF ECR (Electronic Challan cum Return) generation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UAN management and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Employees' State Insurance (ESI)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ESI applicability based on salary threshold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(0.75%) and employer (3.25%) contribution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ESI Challan generation and filing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IP number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Professional Tax (PT)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State-wise PT slab configuration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PT calculations based on gross salary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PT challan generation for all applicable states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Tax Deducted at Source (TDS)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TDS calculations based on projected annual income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New and Old tax regime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Form 16 generation at year-end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Quarterly TDS return filing (24Q)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Advanced Payroll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Tax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declaration submission by employees (80C, 80D, HRA, etc.)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proof upload and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simulator for regime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Tax-optimized salary structure suggestions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Arrears &amp; Backdated Payments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Arrear calculations for salary revisions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Backdated increment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Recovery calculations for overpayments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Encashment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leave encashment calculation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applicability on encashment amounts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Encashment payout with regular salary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Loans &amp; Advances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loan management with EMI setup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Salary advance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EMI deduction from payroll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Loan balance tracking and statements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Payroll Additional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Reimbursements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Expense claim submission with receipts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Category-wise reimbursement limits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Manager approval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Tax-free and taxable reimbursement separation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Full &amp; Final Settlement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FnF calculation for resigned employees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Notice period pay and recovery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encashment in settlement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Gratuity calculation for eligible employees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Flexible Benefits Program (FBP)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Cafeteria-style benefits selection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Component-wise allocation (LTA, Medical, etc.)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FBP claims processing and validation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savings through optimal FBP structuring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Variable Pay &amp; Bonuses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Performance-based variable pay (QVP, AVP)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Annual bonus calculations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Prorated bonus for new/exiting employees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Retention and referral bonus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Payslip &amp; Disbursement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Payslip Generation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Detailed payslips with earnings and deductions breakdown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YTD (Year-to-Date) summary in each payslip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payslip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Digital signature support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Payslip Delivery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Email payslip delivery with password protection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self-service payslip download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Mobile app payslip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Payslip comparison between months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Bank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Bank account validation and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Direct bank transfer file generation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Multiple bank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Razorpay integration for instant disbursement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Payment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Bulk payment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Payment status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Failed payment handling and retry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Payment reconciliation with bank statements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7: HRMS Core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Employee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Onboarding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Digital onboarding checklist and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Document collection and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Welcome kit and asset assignment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Buddy/mentor assignment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Pre-boarding engagement before joining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Employee Documents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Centralized document repository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Document categories: Personal, Education, Experience, etc.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Expiry tracking for passports, visas, contracts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Document version control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Profile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self-service profile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Approval workflow for critical changes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Profile completeness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Professional social links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Organization Structure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Multi-level department hierarchy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Cost center and profit center mapping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Location-wise employee grouping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Organization chart visualization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Resignation &amp; Exit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Resignation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resignation submission with notice period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Manager acceptance and counter-offer option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HR review and approval process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Notice period waiver and adjustment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Exit Interview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Configurable exit interview questionnaire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Interview scheduling and feedback capture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Exit reason categorization and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Retention suggestions based on feedback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Clearance Process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clearance checklist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Asset return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IT account deactivation checklist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Finance clearance for dues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Full &amp; Final Settlement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settlement calculation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Notice period pay/recovery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encashment and gratuity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Settlement payout schedule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Resignation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Attrition rate calculation and trends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resignation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Exit reason trends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Predictive attrition alerts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8: Communication &amp; Engagement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Chat &amp;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Direct Messaging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One-on-one private conversations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Real-time message delivery with typing indicators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Message edit and delete functionality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File attachments with preview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Message read receipts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Group Chats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Create groups for teams/projects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 admin and member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 announcements and pinned messages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Group message reactions (emoji)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@mentions for specific members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Notifications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Desktop push notifications with sound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Mobile push notifications via Expo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Unread message badges and counters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Notification preferences and muting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Chat Features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Search chat history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Share screenshots and files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Link previews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Voice messages (future enhancement)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Announcements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Company Announcements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Organization-wide announcement publishing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Rich text editor with formatting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Attachment support for documents/videos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Priority levels (Normal, Important, Urgent)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Read receipts and acknowledgment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Public Press &amp; News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External press release publishing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Company news and achievements sharing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Media gallery for events and celebrations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Newsletter generation and distribution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Polls &amp; Surveys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Quick polls for decision making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satisfaction surveys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Anonymous feedback collection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Survey result analytics and reporting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Engagement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Recent activity feed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Upcoming events and birthdays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Work anniversaries celebration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Recognition and kudos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9: Productivity &amp; Monitoring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Productivity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Productivity Rules Engine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Classify applications and websites by productivity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Categories: Productive, Neutral, Unproductive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rules by department/role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URL-level classification for granular control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Productivity Scoring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Individual employee productivity ratings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Daily, weekly, and monthly productivity scores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Trend analysis and improvement suggestions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Gamification with productivity leaderboards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Web &amp; Application Usage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Detailed web usage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Most visited websites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Application usage time breakdown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Category-wise usage statistics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Idle Time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Idle time tracking and categorization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Idle patterns and behavior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Excessive idle time alerts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Productive vs non-productive time ratio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Monitoring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Live Monitoring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Real-time view of online employees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Current activity status (Active, Idle, Offline)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Screenshot thumbnails for quick review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Work hours progress tracking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Timeline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Visual timeline of employee workday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Activity switches and context changes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and idle time markers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Export timeline as PDF/image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Custom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Pre-built report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report builder with filters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Scheduled report generation and email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Export to Excel, PDF, and CSV formats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Analytics &amp; Insights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Team productivity comparisons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performance metrics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Time utilization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Attendance and punctuality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10: Break Management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Break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Break Types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Lunch break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Tea/Coffee break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Short break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break types as per policy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Break Initiation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One-click break start/stop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break reminders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Maximum break duration alerts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approval for extended breaks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Break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Daily break duration summary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Average break time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Excessive break alerts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pattern analysis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Break Policies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Configurable break limits per shift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Paid vs unpaid break categorization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Break deduction in payroll calculation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Grace period configuration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11: Overtime Management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Overtime Tracking &amp;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Overtime Rules Configuration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Daily/weekly overtime thresholds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Overtime calculation methods (Daily, Weekly, Monthly)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Different OT rates (1.5x, 2x, 3x) by day type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Comp-off vs payment options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Automatic OT Calculation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detection of overtime hours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Integration with attendance and time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OT approval workflow by manager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OT payment in payroll or comp-off credit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Overtime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Monthly OT summary by employee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Department-wise OT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OT cost analysis and budgeting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OT trends and patterns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OT Policies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Pre-approval requirement for OT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Maximum OT limits per day/week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Mandatory rest period after OT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Weekend and holiday OT handling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12: Approval Management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Multi-level Approval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Centralized Approval Inbox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Single dashboard for all pending approvals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Filter by type (Leave, OT, Expense, etc.)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Bulk approval/rejection option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Approval history and audit trail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Configurable Approval Chains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Define approval hierarchy by request type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Multi-level approvals (Manager → HR → Finance → Admin)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Parallel approval for different departments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Approval delegation during absence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Approval Types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requests (Casual, Sick, Earned, etc.)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Attendance time edit requests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Expense and reimbursement claims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Loan and advance requests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Resignation and exit clearances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Notifications &amp; Reminders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Instant email and in-app notifications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Daily pending approval reminders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Escalation for overdue approvals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Approval completion confirmation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13: Integrations &amp; API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API &amp; Integration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Open API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RESTful API with comprehensive endpoints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API documentation with Swagger/OpenAPI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API key-based authentication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Rate limiting and usage analytics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Third-Party Integrations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Google OAuth for single sign-on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Razorpay for payment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Stripe for subscription billing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Email providers (SMTP, SendGrid, AWS SES)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AI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AI-powered productivity insights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Smart attendance predictions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Automated anomaly detection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Chatbot integration for HR queries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Mobile App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Native iOS and Android apps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Push notification service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Biometric authentication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Offline data sync capability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Custom Integrations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Webhook support for real-time events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connector development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Data import/export APIs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Single Sign-On (SSO) support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14: Reports &amp; Analytics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Comprehensive Reporting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Dashboard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Real-time dashboard with KPIs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Attendance and punctuality metrics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Productivity trends and comparisons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Payroll summary and compliance status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Report Types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Time Reports: Daily, Weekly, Monthly timesheets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Attendance Reports: Summary, detailed, and exception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Reports: Balance, consumption, and trends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Payroll Reports: CTC, variance, YTD, and MIS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Custom Reports: User-defined report builder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Advanced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Employee timeline and journey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Department comparison reports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Cost center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ROI on workforce investments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Export &amp; Sharing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Export to Excel, PDF, and CSV formats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Scheduled report generation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Email distribution lists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Secure report sharing with access control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15: Security &amp; Compliance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Authentication &amp; Authorization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Role-based access control (RBAC)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Multi-factor authentication (MFA)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Session management and timeout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Password policy enforcement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Data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AES-256 encryption for sensitive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SSL/TLS for data in transit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Database encryption at rest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Secure file storage with access controls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Audit &amp; Compliance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Comprehensive audit logging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User activity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Data access logs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GDPR and privacy compliance features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Infrastructure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Regular security audits and penetration testing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Automated vulnerability scanning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DDoS protection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Automatic security patches and updates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Access Controls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IP-based access restrictions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Device registration and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Geo-location based access control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Time-based access restrictions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Module 16: Mobile Application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Mobile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Attendance on Mobile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GPS-based check-in/out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Selfie attendance with face verification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Check-in history and calendar 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Offline check-in with auto-sync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Leave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Apply for leave on the go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View leave balances and history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approval from mobile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Leave calendar and team view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Payslip &amp; Payroll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View and download payslips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Tax declaration submission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Reimbursement claims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Loan and advance requests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Communication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Push notifications for approvals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Chat and announcements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Company news and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Emergency contact access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Employee Self-Service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Profile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Document upload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Shift schedule 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- Task and project updates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Summary &amp; Key Benefits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For Management: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Complete visibility into workforce productivity and attendance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Data-driven decision making with comprehensive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Reduced administrative overhead through automation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Compliance assurance with statutory regulations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For HR Teams: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Streamlined payroll processing with 100% accuracy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Simplified leave and attendance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Centralized employee data and documentation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Automated workflows reduce manual tasks by 70%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For Employees: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Self-service portal for all HR needs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Transparent leave balances and payslip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Fair and accurate time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Mobile app for on-the-go access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For IT Teams: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Secure, cloud-based solution with minimal maintenance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Role-based access control and audit trails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API-first architecture for easy integrations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Regular updates and security patches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Why Choose CareVance HRMS?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Comprehensive Solution: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All-in-one platform covering entire employee lifecycle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16+ integrated modules with seamless data 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No need for multiple disjointed systems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Technology Leadership: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Modern tech stack: React, Laravel, Electron, Expo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Multi-platform support: Web, Desktop, Mobile, Browser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AI-powered insights and automation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Scalability &amp; Flexibility: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Suitable for startups to enterprise organizations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Modular architecture - use only what you need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Customizable workflows and policies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Security &amp; Compliance: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Enterprise-grade security with encryption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Full compliance with Indian labor laws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Regular security audits and updates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Support &amp; Service: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24/7 customer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Dedicated account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  • Regular training and onboarding assistance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9688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212529"/>
                </a:solidFill>
              </a:defRPr>
            </a:pPr>
            <a:r>
              <a:t>CareVance HRMS - Transforming Workforce Management</a:t>
            </a:r>
          </a:p>
          <a:p/>
          <a:p>
            <a:r>
              <a:t>Contact us for a personalized demo</a:t>
            </a:r>
          </a:p>
          <a:p>
            <a:r>
              <a:t>www.carevance.com | support@carevance.com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